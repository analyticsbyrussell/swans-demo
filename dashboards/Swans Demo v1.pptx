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F7BFE298-A934-4789-9B55-EC4BDF5A8E40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Swans Demo v1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F1556FBF-D945-49EF-9B09-77CAB936519B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3/12/2026 1:49:27 PM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njury-Producing Crashes" id="2" name="slide2">
            <a:extLst>
              <a:ext uri="{FF2B5EF4-FFF2-40B4-BE49-F238E27FC236}">
                <a16:creationId xmlns:a16="http://schemas.microsoft.com/office/drawing/2014/main" id="{CA649BB9-1055-4830-AF13-058CD96D2D5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2026-03-12T12:49:29Z</dcterms:created>
  <dcterms:modified xsi:type="dcterms:W3CDTF">2026-03-12T12:49:29Z</dcterms:modified>
</cp:coreProperties>
</file>